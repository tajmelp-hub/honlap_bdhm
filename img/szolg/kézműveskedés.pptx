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E07DD-F3D7-4185-90C3-A0A429C29091}" type="datetimeFigureOut">
              <a:rPr lang="hu-HU" smtClean="0"/>
              <a:t>2025. 02. 08.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BC64E-5AF6-4D85-A8F7-151CECC26392}" type="slidenum">
              <a:rPr lang="hu-HU" smtClean="0"/>
              <a:t>‹#›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info@bdhm.h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Designer (20).jpe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43372" cy="6858000"/>
          </a:xfrm>
          <a:prstGeom prst="rect">
            <a:avLst/>
          </a:prstGeom>
        </p:spPr>
      </p:pic>
      <p:sp>
        <p:nvSpPr>
          <p:cNvPr id="1026" name="WordArt 2"/>
          <p:cNvSpPr>
            <a:spLocks noChangeArrowheads="1" noChangeShapeType="1" noTextEdit="1"/>
          </p:cNvSpPr>
          <p:nvPr/>
        </p:nvSpPr>
        <p:spPr bwMode="auto">
          <a:xfrm>
            <a:off x="4643438" y="214290"/>
            <a:ext cx="4071934" cy="57311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hu-HU" sz="3600" kern="10" spc="0" dirty="0" smtClean="0">
                <a:ln w="12700">
                  <a:solidFill>
                    <a:srgbClr val="E36C0A"/>
                  </a:solidFill>
                  <a:round/>
                  <a:headEnd/>
                  <a:tailEnd/>
                </a:ln>
                <a:solidFill>
                  <a:srgbClr val="FFFF99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Comic Sans MS"/>
              </a:rPr>
              <a:t>Nőnapi kézműveskedés</a:t>
            </a:r>
            <a:endParaRPr lang="hu-HU" sz="3600" kern="10" spc="0" dirty="0">
              <a:ln w="12700">
                <a:solidFill>
                  <a:srgbClr val="E36C0A"/>
                </a:solidFill>
                <a:round/>
                <a:headEnd/>
                <a:tailEnd/>
              </a:ln>
              <a:solidFill>
                <a:srgbClr val="FFFF99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Comic Sans MS"/>
            </a:endParaRP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4143372" y="857232"/>
            <a:ext cx="5000628" cy="600076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hu-H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Sok szeretettel várom azon fiúgyermekek jelentkezését egy kreatív kézműves foglalkozásra, akik szeretnék az idei évben egy egyedi, különleges és főként az általuk készített kis ajándékkal meglepni a családjuk Női tagjait!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Az esemény</a:t>
            </a:r>
            <a:r>
              <a:rPr kumimoji="0" lang="hu-HU" sz="12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</a:t>
            </a: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helyszínéül a </a:t>
            </a:r>
            <a:r>
              <a:rPr kumimoji="0" lang="hu-HU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Brigi Dekor&amp;HandMade Műhelye</a:t>
            </a: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szolgál, melynek címe: </a:t>
            </a:r>
            <a:r>
              <a:rPr kumimoji="0" lang="hu-HU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9737 Bük, Petőfi Sándor u, 21/A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Az időpont:</a:t>
            </a:r>
            <a:r>
              <a:rPr kumimoji="0" lang="hu-H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2025.02.22.  16:00-18:00 </a:t>
            </a:r>
            <a:r>
              <a:rPr kumimoji="0" lang="hu-H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(</a:t>
            </a: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ovis korcsoport – 3-6 évesek</a:t>
            </a:r>
            <a:r>
              <a:rPr kumimoji="0" lang="hu-H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2025.03.01.  16:00-18:00</a:t>
            </a: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(iskolás korcsoport – 7-14 évesek)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Részvételi feltételek: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A programon való részvételhez regisztráció szükséges, melyet az </a:t>
            </a:r>
            <a:r>
              <a:rPr kumimoji="0" lang="hu-H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info</a:t>
            </a:r>
            <a:r>
              <a:rPr kumimoji="0" lang="hu-HU" sz="1400" b="1" i="0" u="none" strike="noStrike" cap="none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@</a:t>
            </a:r>
            <a:r>
              <a:rPr kumimoji="0" lang="hu-HU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bdhm.hu</a:t>
            </a:r>
            <a:r>
              <a:rPr kumimoji="0" lang="hu-H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e-mail címen lehet megtenni!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hu-HU" sz="12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A részvételi díj</a:t>
            </a: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: 2500 Ft/gyermek, mely tartalmazza a korlátlan darabszámú ajándék elkészítését a hozzávalókkal együtt, </a:t>
            </a:r>
            <a:r>
              <a:rPr kumimoji="0" lang="hu-H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rágcsát</a:t>
            </a: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és üdítőt a foglalkozás ideje alatt.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A foglalkozásokon egyszerre </a:t>
            </a:r>
            <a:r>
              <a:rPr kumimoji="0" lang="hu-HU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maximum</a:t>
            </a: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10 gyermek tud részt venni.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További információkért keressenek az elérhetőségeim valamelyikén!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Kép 6" descr="fejléc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9322" y="5929330"/>
            <a:ext cx="1452563" cy="7286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Designer (2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40" y="0"/>
            <a:ext cx="5000660" cy="6858000"/>
          </a:xfrm>
          <a:prstGeom prst="rect">
            <a:avLst/>
          </a:prstGeom>
        </p:spPr>
      </p:pic>
      <p:sp>
        <p:nvSpPr>
          <p:cNvPr id="5" name="Téglalap 4"/>
          <p:cNvSpPr/>
          <p:nvPr/>
        </p:nvSpPr>
        <p:spPr>
          <a:xfrm>
            <a:off x="0" y="0"/>
            <a:ext cx="414337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u-HU" sz="36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flip="none" rotWithShape="1">
                  <a:gsLst>
                    <a:gs pos="0">
                      <a:srgbClr val="CC6600">
                        <a:shade val="30000"/>
                        <a:satMod val="115000"/>
                      </a:srgbClr>
                    </a:gs>
                    <a:gs pos="50000">
                      <a:srgbClr val="CC6600">
                        <a:shade val="67500"/>
                        <a:satMod val="115000"/>
                      </a:srgbClr>
                    </a:gs>
                    <a:gs pos="100000">
                      <a:srgbClr val="CC66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Kovászos </a:t>
            </a:r>
          </a:p>
          <a:p>
            <a:pPr algn="ctr"/>
            <a:r>
              <a:rPr lang="hu-HU" sz="36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flip="none" rotWithShape="1">
                  <a:gsLst>
                    <a:gs pos="0">
                      <a:srgbClr val="CC6600">
                        <a:shade val="30000"/>
                        <a:satMod val="115000"/>
                      </a:srgbClr>
                    </a:gs>
                    <a:gs pos="50000">
                      <a:srgbClr val="CC6600">
                        <a:shade val="67500"/>
                        <a:satMod val="115000"/>
                      </a:srgbClr>
                    </a:gs>
                    <a:gs pos="100000">
                      <a:srgbClr val="CC6600">
                        <a:shade val="100000"/>
                        <a:satMod val="115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kenyér-készítés rejtelmei</a:t>
            </a:r>
            <a:endParaRPr lang="hu-HU" sz="36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flip="none" rotWithShape="1">
                <a:gsLst>
                  <a:gs pos="0">
                    <a:srgbClr val="CC6600">
                      <a:shade val="30000"/>
                      <a:satMod val="115000"/>
                    </a:srgbClr>
                  </a:gs>
                  <a:gs pos="50000">
                    <a:srgbClr val="CC6600">
                      <a:shade val="67500"/>
                      <a:satMod val="115000"/>
                    </a:srgbClr>
                  </a:gs>
                  <a:gs pos="100000">
                    <a:srgbClr val="CC6600">
                      <a:shade val="100000"/>
                      <a:satMod val="115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6" name="Kép 5" descr="fejléc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0166" y="6000768"/>
            <a:ext cx="1452563" cy="7286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0" y="1785926"/>
            <a:ext cx="4143372" cy="421484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Szeretné</a:t>
            </a:r>
            <a:r>
              <a:rPr kumimoji="0" lang="hu-H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megtanulni a Kovászos kenyér készítésének minden csínját-bínját?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Nem tudja, hogyan neveljen erős kovászt?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hu-HU" sz="1200" baseline="0" dirty="0">
              <a:latin typeface="Comic Sans MS" pitchFamily="66" charset="0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Jöjjön el a Workshopomra, ahol a Csepregi kovászolók vezetője, Mia lesz a vendég-előadóm!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hu-HU" sz="1200" baseline="0" dirty="0"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200" b="1" i="0" u="sng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Helyszín: </a:t>
            </a:r>
            <a:r>
              <a:rPr kumimoji="0" lang="hu-H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Brigi Dekor</a:t>
            </a:r>
            <a:r>
              <a:rPr lang="hu-HU" sz="1200" dirty="0">
                <a:latin typeface="Comic Sans MS" pitchFamily="66" charset="0"/>
                <a:cs typeface="Arial" pitchFamily="34" charset="0"/>
              </a:rPr>
              <a:t>&amp;</a:t>
            </a:r>
            <a:r>
              <a:rPr kumimoji="0" lang="hu-H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HandMade Műhelye, melynek címe: </a:t>
            </a:r>
            <a:r>
              <a:rPr kumimoji="0" lang="hu-HU" sz="1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9737 Bük, Petőfi Sándor u. 21/A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hu-HU" sz="1200" baseline="0" dirty="0"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200" b="1" i="0" u="sng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Időpont:</a:t>
            </a:r>
            <a:r>
              <a:rPr kumimoji="0" lang="hu-HU" sz="1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 2025.03.09.   09:00-12:00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hu-HU" sz="1200" dirty="0"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sz="1200" b="1" i="0" u="sng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cs typeface="Arial" pitchFamily="34" charset="0"/>
              </a:rPr>
              <a:t>Részvétel feltételei: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sz="1200" dirty="0" smtClean="0">
                <a:latin typeface="Comic Sans MS" pitchFamily="66" charset="0"/>
                <a:cs typeface="Arial" pitchFamily="34" charset="0"/>
              </a:rPr>
              <a:t>Regisztrációs e-mail küldése az </a:t>
            </a:r>
            <a:r>
              <a:rPr lang="hu-HU" sz="1200" dirty="0" smtClean="0">
                <a:latin typeface="Comic Sans MS" pitchFamily="66" charset="0"/>
                <a:cs typeface="Arial" pitchFamily="34" charset="0"/>
                <a:hlinkClick r:id="rId4"/>
              </a:rPr>
              <a:t>info@</a:t>
            </a:r>
            <a:r>
              <a:rPr lang="hu-HU" sz="1200" dirty="0" err="1" smtClean="0">
                <a:latin typeface="Comic Sans MS" pitchFamily="66" charset="0"/>
                <a:cs typeface="Arial" pitchFamily="34" charset="0"/>
                <a:hlinkClick r:id="rId4"/>
              </a:rPr>
              <a:t>bdhm.hu</a:t>
            </a:r>
            <a:r>
              <a:rPr lang="hu-HU" sz="1200" dirty="0" smtClean="0">
                <a:latin typeface="Comic Sans MS" pitchFamily="66" charset="0"/>
                <a:cs typeface="Arial" pitchFamily="34" charset="0"/>
              </a:rPr>
              <a:t> e-mail címre!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sz="1200" b="1" u="sng" dirty="0" smtClean="0">
                <a:latin typeface="Comic Sans MS" pitchFamily="66" charset="0"/>
                <a:cs typeface="Arial" pitchFamily="34" charset="0"/>
              </a:rPr>
              <a:t>Részvételi díj:</a:t>
            </a:r>
            <a:r>
              <a:rPr lang="hu-HU" sz="1200" dirty="0" smtClean="0">
                <a:latin typeface="Comic Sans MS" pitchFamily="66" charset="0"/>
                <a:cs typeface="Arial" pitchFamily="34" charset="0"/>
              </a:rPr>
              <a:t> 8500 Ft/fő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hu-HU" sz="1200" dirty="0"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sz="1200" dirty="0" smtClean="0">
                <a:latin typeface="Comic Sans MS" pitchFamily="66" charset="0"/>
                <a:cs typeface="Arial" pitchFamily="34" charset="0"/>
              </a:rPr>
              <a:t>További részletekről érdeklődjön az elérhetőségeim valamelyikén!</a:t>
            </a:r>
            <a:endParaRPr kumimoji="0" lang="hu-HU" sz="12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220</Words>
  <Application>Microsoft Office PowerPoint</Application>
  <PresentationFormat>Diavetítés a képernyőre (4:3 oldalarány)</PresentationFormat>
  <Paragraphs>32</Paragraphs>
  <Slides>2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3" baseType="lpstr">
      <vt:lpstr>Office-téma</vt:lpstr>
      <vt:lpstr>1. dia</vt:lpstr>
      <vt:lpstr>2. dia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dia</dc:title>
  <dc:creator>Tájmel Péterné</dc:creator>
  <cp:lastModifiedBy>Tájmel Péterné</cp:lastModifiedBy>
  <cp:revision>4</cp:revision>
  <dcterms:created xsi:type="dcterms:W3CDTF">2025-02-08T17:52:26Z</dcterms:created>
  <dcterms:modified xsi:type="dcterms:W3CDTF">2025-02-08T20:23:30Z</dcterms:modified>
</cp:coreProperties>
</file>